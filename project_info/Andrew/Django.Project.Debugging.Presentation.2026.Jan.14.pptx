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6ECD-9FDC-0214-C467-A5C7F499400A}" v="33" dt="2026-01-23T03:50:42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96" d="100"/>
          <a:sy n="96" d="100"/>
        </p:scale>
        <p:origin x="72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Lo" userId="719d2fece3a657d1" providerId="Windows Live" clId="Web-{30AE1CE2-8703-819B-E8A9-1D65C96B81DA}"/>
    <pc:docChg chg="modSld">
      <pc:chgData name="Andrew Lo" userId="719d2fece3a657d1" providerId="Windows Live" clId="Web-{30AE1CE2-8703-819B-E8A9-1D65C96B81DA}" dt="2026-01-14T08:44:05.945" v="39" actId="14100"/>
      <pc:docMkLst>
        <pc:docMk/>
      </pc:docMkLst>
      <pc:sldChg chg="modSp">
        <pc:chgData name="Andrew Lo" userId="719d2fece3a657d1" providerId="Windows Live" clId="Web-{30AE1CE2-8703-819B-E8A9-1D65C96B81DA}" dt="2026-01-14T08:44:05.945" v="39" actId="14100"/>
        <pc:sldMkLst>
          <pc:docMk/>
          <pc:sldMk cId="109857222" sldId="256"/>
        </pc:sldMkLst>
        <pc:spChg chg="mod">
          <ac:chgData name="Andrew Lo" userId="719d2fece3a657d1" providerId="Windows Live" clId="Web-{30AE1CE2-8703-819B-E8A9-1D65C96B81DA}" dt="2026-01-14T08:30:13.046" v="32" actId="1410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drew Lo" userId="719d2fece3a657d1" providerId="Windows Live" clId="Web-{30AE1CE2-8703-819B-E8A9-1D65C96B81DA}" dt="2026-01-14T08:44:05.945" v="39" actId="14100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clId="Web-{9C8E6ECD-9FDC-0214-C467-A5C7F499400A}"/>
    <pc:docChg chg="addSld">
      <pc:chgData name="" userId="" providerId="" clId="Web-{9C8E6ECD-9FDC-0214-C467-A5C7F499400A}" dt="2026-01-23T03:41:10.389" v="0"/>
      <pc:docMkLst>
        <pc:docMk/>
      </pc:docMkLst>
      <pc:sldChg chg="new">
        <pc:chgData name="" userId="" providerId="" clId="Web-{9C8E6ECD-9FDC-0214-C467-A5C7F499400A}" dt="2026-01-23T03:41:10.389" v="0"/>
        <pc:sldMkLst>
          <pc:docMk/>
          <pc:sldMk cId="2763796237" sldId="257"/>
        </pc:sldMkLst>
      </pc:sldChg>
    </pc:docChg>
  </pc:docChgLst>
  <pc:docChgLst>
    <pc:chgData name="Andrew Lo" userId="719d2fece3a657d1" providerId="Windows Live" clId="Web-{9C8E6ECD-9FDC-0214-C467-A5C7F499400A}"/>
    <pc:docChg chg="modSld">
      <pc:chgData name="Andrew Lo" userId="719d2fece3a657d1" providerId="Windows Live" clId="Web-{9C8E6ECD-9FDC-0214-C467-A5C7F499400A}" dt="2026-01-23T03:50:42.317" v="27" actId="14100"/>
      <pc:docMkLst>
        <pc:docMk/>
      </pc:docMkLst>
      <pc:sldChg chg="addSp delSp modSp">
        <pc:chgData name="Andrew Lo" userId="719d2fece3a657d1" providerId="Windows Live" clId="Web-{9C8E6ECD-9FDC-0214-C467-A5C7F499400A}" dt="2026-01-23T03:50:42.317" v="27" actId="14100"/>
        <pc:sldMkLst>
          <pc:docMk/>
          <pc:sldMk cId="2763796237" sldId="257"/>
        </pc:sldMkLst>
        <pc:spChg chg="del">
          <ac:chgData name="Andrew Lo" userId="719d2fece3a657d1" providerId="Windows Live" clId="Web-{9C8E6ECD-9FDC-0214-C467-A5C7F499400A}" dt="2026-01-23T03:49:26.519" v="1"/>
          <ac:spMkLst>
            <pc:docMk/>
            <pc:sldMk cId="2763796237" sldId="257"/>
            <ac:spMk id="2" creationId="{134527ED-BE54-4EDD-EC73-34023B113D71}"/>
          </ac:spMkLst>
        </pc:spChg>
        <pc:spChg chg="del">
          <ac:chgData name="Andrew Lo" userId="719d2fece3a657d1" providerId="Windows Live" clId="Web-{9C8E6ECD-9FDC-0214-C467-A5C7F499400A}" dt="2026-01-23T03:49:23.238" v="0"/>
          <ac:spMkLst>
            <pc:docMk/>
            <pc:sldMk cId="2763796237" sldId="257"/>
            <ac:spMk id="3" creationId="{73B82C57-DD65-779A-571F-B09E68E4F604}"/>
          </ac:spMkLst>
        </pc:spChg>
        <pc:spChg chg="add del mod">
          <ac:chgData name="Andrew Lo" userId="719d2fece3a657d1" providerId="Windows Live" clId="Web-{9C8E6ECD-9FDC-0214-C467-A5C7F499400A}" dt="2026-01-23T03:49:40.363" v="9"/>
          <ac:spMkLst>
            <pc:docMk/>
            <pc:sldMk cId="2763796237" sldId="257"/>
            <ac:spMk id="4" creationId="{BEE121B2-5AB1-5259-59BB-5D618E720090}"/>
          </ac:spMkLst>
        </pc:spChg>
        <pc:spChg chg="add mod">
          <ac:chgData name="Andrew Lo" userId="719d2fece3a657d1" providerId="Windows Live" clId="Web-{9C8E6ECD-9FDC-0214-C467-A5C7F499400A}" dt="2026-01-23T03:50:42.317" v="27" actId="14100"/>
          <ac:spMkLst>
            <pc:docMk/>
            <pc:sldMk cId="2763796237" sldId="257"/>
            <ac:spMk id="7" creationId="{BDBF3BB5-52BF-E25C-CA85-84D93D017E41}"/>
          </ac:spMkLst>
        </pc:spChg>
        <pc:picChg chg="add del mod">
          <ac:chgData name="Andrew Lo" userId="719d2fece3a657d1" providerId="Windows Live" clId="Web-{9C8E6ECD-9FDC-0214-C467-A5C7F499400A}" dt="2026-01-23T03:50:05.863" v="12"/>
          <ac:picMkLst>
            <pc:docMk/>
            <pc:sldMk cId="2763796237" sldId="257"/>
            <ac:picMk id="5" creationId="{E7E1D722-7D04-3A1C-7D8C-163DB69C2FA1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3T04:41:18.70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1548 109,'-539'0,"522"1,0 0,-1 1,2 1,-1 0,0 1,1 1,0 0,-1 2,2-1,0 2,-28 17,17-6,2 1,0 1,1 1,1 0,-28 38,-26 26,48-57,-41 55,7 5,16-26,-51 94,85-133,1 1,0-1,2 2,2-1,0 1,2 0,-4 52,4 27,-20 242,-2-9,5-24,4-141,8 250,10-385,1 54,15 113,-7-86,-9-86,2 1,13 64,-4-56,-1 2,-2-1,-3 1,0 55,-6-76,0-1,-2 1,-1-1,0 0,-2 0,-1 0,0-1,-2 0,0 0,-14 21,16-30,2 0,0 0,0 0,1 0,0 1,1 0,1 0,-1 19,1 15,5 49,-1-22,-1-43,-2 0,-1 0,-12 60,7-48,2 0,1 0,3 0,5 53,-2-1,-2 23,-3-24,5 1,22 137,-11-170,-7-38,-1 1,-1-1,1 38,-5-16,-2 0,-14 74,7-77,0 0,0 1,3 0,0 45,8 494,-1-570,1 0,1-1,0 1,0-1,1 0,2 0,-1 0,1-1,0 0,11 16,-5-10,-2 1,0 0,7 23,-14-33,2 0,-1 0,0-1,1 1,0-1,0 0,1 0,0-1,0 0,1 0,8 6,13 9,47 23,-67-39,0-1,3 0,-2 0,0-1,1 0,0 0,0-1,0-1,15 1,89-4,-48-1,-46 2,122-5,-124 4,0-2,1 0,-1-1,1-1,25-12,99-35,-99 39,69-32,124-63,-204 98,-1 0,2 3,0 0,0 2,52-2,273 10,-298 5,101 24,-102-17,110 11,264-18,105 9,-490-11,54 7,-1-5,138-7,-126-9,372-39,-453 43,1-1,-1-2,-1-2,1 0,-1-3,0 0,-3-2,2-1,-3-1,1-2,-1-1,43-41,-13 3,-2-2,-3-3,-3-1,-3-3,-3-2,61-131,-76 128,-4-2,-2 0,-5-2,18-148,-15-318,-25 438,-5 0,-39-178,-82-196,84 320,-103-328,-397-869,428 1118,21 47,-89-246,155 337,5-2,-21-163,43 247,0 0,0 0,-1 1,-1 0,-1 0,0 1,-1-1,-2 2,-15-23,-13-10,-63-58,39 41,45 47,1 1,-1 0,-2 0,-22-13,31 23,-1 0,1 1,-2 0,1 1,-1 0,1 1,-1 0,0 1,-24-2,-98 2,-49-4,157 3,2-1,-1-1,0-1,1-1,-32-14,9-1,29 13,0 0,0 1,-1 1,1 1,-2 0,1 2,0 0,-24-2,-222 7,106 2,109-1,-57 10,58-6,-61 2,-77-10,164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3T04:41:34.395"/>
    </inkml:context>
    <inkml:brush xml:id="br0">
      <inkml:brushProperty name="width" value="0.2" units="cm"/>
      <inkml:brushProperty name="height" value="0.4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3981 56,'9'0,"0"-2,0 1,0-1,1-1,-2 0,1 0,16-8,-14 6,-1 0,1 1,0 0,21-4,32 3,120 6,-67 1,-40-1,0 3,129 22,-107-9,-62-12,1 1,0 2,-1 2,0 1,37 18,-42-15,-1 2,-1 1,0 2,-1 1,31 27,-57-45,20 20,1 0,-2 2,0 0,-2 1,0 1,17 34,-10-8,-4 2,-1 0,-3 1,-2 1,-3 0,-3 2,-2-1,-2 1,-2 71,-5-99,-1 0,-1-1,-2 1,-2-1,0 1,-2-1,-1-1,-1 0,-2 0,-1-1,0 0,-2-1,-2-1,0 0,-33 35,46-56,-282 270,260-255,-2-2,2-1,-54 22,6-2,27-11,-1-2,-1-3,-2-1,0-2,0-3,-1-2,-65 7,-17-5,1 5,-181 50,231-46,-1-3,-2-5,0-3,0-4,-91-2,-1052-8,1153-2,0-4,0-3,-84-23,-100-15,242 47,-95-11,-122 0,157 14,-110-14,154 8,2-2,-2 0,1-2,1-2,-57-26,-166-72,90 43,147 58,1-1,0 0,0-1,1-1,1 0,-1-1,-18-21,25 24,2 0,0 0,0 0,1-1,1 0,-1 0,2-1,-2 1,3-1,-1 0,1 0,1-1,-2-19,1-8,2 0,2 0,2-1,1 1,2 0,1 1,4 0,-1 0,3 1,1 0,39-66,-11 29,7-3,-6-1,-2-3,41-115,-72 155,-1 0,-2-1,-2 0,-2 0,-4-65,1 94,0 0,0-1,1 1,1 0,0 0,6-18,-6 27,0 0,0 0,0 0,0 0,1 0,0 0,0 0,1 1,-1 0,0-1,1 1,-1 0,1 1,0-1,0 1,0 0,0 0,0 0,1 0,0 1,8-3,31-3,0 2,1 2,-1 2,53 5,-8-1,14-2,571 30,33 62,-511-73,224-4,-78-30,42 0,-315 11,1-3,130-27,-167 27,-17 4,1-2,0 0,-1 0,0-2,27-11,12-7,-40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3T04:41:54.23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1193 345,'-7'2,"1"-1,0 1,1 0,-1 0,0 1,-1-1,2 1,0 1,-9 5,-14 8,-29 10,-101 66,137-78,2 1,1 0,-1 1,2 1,0 1,1 0,-24 40,-170 245,188-272,2 1,1 1,-17 48,19-42,-2-1,-31 49,8-23,-34 72,61-110,-2-1,-38 45,30-42,-26 44,45-63,1 0,0 0,-1 1,2 0,0 0,1 0,1 0,-3 19,4-17,1 1,0-1,1 0,0 0,1 0,1 0,0 0,0 0,2 0,-1-1,3 0,5 12,-3-9,1-1,2 0,0 0,-1-1,2-1,1 0,-1-1,18 11,21 8,1-2,2-2,0-3,73 20,-122-41,77 23,-1-5,2-2,1-5,93 4,347-14,-282-7,1648 3,-917-67,-771 46,-135 15,414-46,-8-33,-297 48,145-40,-291 67,-1-2,1-1,-3-1,1-1,0-2,-3-1,1 0,-2-2,0-2,32-37,-40 39,0 0,-2-1,-1-1,1 0,-3-1,-1 0,-1-1,0 0,-3-1,0 0,-1 0,-2 0,1-32,-3 35,-1-1,-2 0,0 1,-2-1,-1 1,0-1,-2 1,-1 1,0-1,-15-27,-19-19,-2 2,-4 2,-2 2,-3 2,-62-57,-23-5,-166-115,6 42,235 162,-2 2,0 3,-71-22,80 36,-1 2,0 3,-94-5,-170 13,243 5,0 2,1 4,0 4,1 2,0 4,1 3,2 3,0 3,-79 44,-27 27,-120 63,283-155,-1-1,0 0,0-1,-1-1,0-1,1 0,-21 0,-123-5,60-2,-495 4,580 0,2-2,0 0,-1 0,1-1,0-1,0 0,0-1,1 0,0-1,0 0,-14-10,-15-13,-62-57,52 42,-181-148,216 177,3 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Mystical-Owl/Django-Group-Project/issu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5208" y="274099"/>
            <a:ext cx="9144000" cy="849223"/>
          </a:xfrm>
        </p:spPr>
        <p:txBody>
          <a:bodyPr>
            <a:normAutofit fontScale="90000"/>
          </a:bodyPr>
          <a:lstStyle/>
          <a:p>
            <a:r>
              <a:rPr lang="en-US" dirty="0"/>
              <a:t>Debugging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7660" y="1244152"/>
            <a:ext cx="11027434" cy="4948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 err="1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urlpatterns</a:t>
            </a:r>
            <a:r>
              <a:rPr lang="en-US" sz="1400" dirty="0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 = [     path('', include('pages.</a:t>
            </a:r>
            <a:r>
              <a:rPr lang="en-US" sz="1400" dirty="0" err="1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urls</a:t>
            </a:r>
            <a:r>
              <a:rPr lang="en-US" sz="1400" dirty="0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',namespace='pages')),     path('listings/', include('listings.</a:t>
            </a:r>
            <a:r>
              <a:rPr lang="en-US" sz="1400" dirty="0" err="1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urls</a:t>
            </a:r>
            <a:r>
              <a:rPr lang="en-US" sz="1400" dirty="0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',namespace='listings')),     path('contacts/', include('contacts.</a:t>
            </a:r>
            <a:r>
              <a:rPr lang="en-US" sz="1400" dirty="0" err="1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urls</a:t>
            </a:r>
            <a:r>
              <a:rPr lang="en-US" sz="1400" dirty="0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',namespace='contacts')),     path('accounts/', include('accounts.</a:t>
            </a:r>
            <a:r>
              <a:rPr lang="en-US" sz="1400" dirty="0" err="1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urls</a:t>
            </a:r>
            <a:r>
              <a:rPr lang="en-US" sz="1400" dirty="0">
                <a:solidFill>
                  <a:schemeClr val="bg1"/>
                </a:solidFill>
                <a:highlight>
                  <a:srgbClr val="1F1F1F"/>
                </a:highlight>
                <a:ea typeface="+mn-lt"/>
                <a:cs typeface="+mn-lt"/>
              </a:rPr>
              <a:t>',namespace='accounts')), 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DBF3BB5-52BF-E25C-CA85-84D93D017E41}"/>
              </a:ext>
            </a:extLst>
          </p:cNvPr>
          <p:cNvSpPr txBox="1">
            <a:spLocks/>
          </p:cNvSpPr>
          <p:nvPr/>
        </p:nvSpPr>
        <p:spPr>
          <a:xfrm>
            <a:off x="402567" y="929"/>
            <a:ext cx="3781246" cy="84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Idea's Creation </a:t>
            </a:r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CA7BCB8E-722E-6611-0D5F-E834387A6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662033"/>
              </p:ext>
            </p:extLst>
          </p:nvPr>
        </p:nvGraphicFramePr>
        <p:xfrm>
          <a:off x="4416105" y="162098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914570" imgH="771690" progId="Package">
                  <p:embed/>
                </p:oleObj>
              </mc:Choice>
              <mc:Fallback>
                <p:oleObj name="封裝程式殼層物件" showAsIcon="1" r:id="rId2" imgW="914570" imgH="77169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16105" y="162098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649FF329-6C51-DDB6-282D-18C1F04A9C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0943"/>
            <a:ext cx="12192000" cy="1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9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3471F-6E1C-F5D0-8318-143DA7CF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688D04-24CC-19D8-E374-BBD9484822BF}"/>
              </a:ext>
            </a:extLst>
          </p:cNvPr>
          <p:cNvSpPr txBox="1">
            <a:spLocks/>
          </p:cNvSpPr>
          <p:nvPr/>
        </p:nvSpPr>
        <p:spPr>
          <a:xfrm>
            <a:off x="9194027" y="55084"/>
            <a:ext cx="2704190" cy="84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ER diagram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22DDAB-A4D9-A757-5F6C-5EB12370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84"/>
            <a:ext cx="9066882" cy="564259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74FBB9-E43D-62BB-0506-07311DB9B183}"/>
              </a:ext>
            </a:extLst>
          </p:cNvPr>
          <p:cNvSpPr txBox="1">
            <a:spLocks/>
          </p:cNvSpPr>
          <p:nvPr/>
        </p:nvSpPr>
        <p:spPr>
          <a:xfrm>
            <a:off x="9194027" y="904307"/>
            <a:ext cx="2704190" cy="4042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Accounts Questionnaires</a:t>
            </a:r>
          </a:p>
          <a:p>
            <a:r>
              <a:rPr lang="en-US" sz="2400" dirty="0"/>
              <a:t>Investment </a:t>
            </a:r>
          </a:p>
        </p:txBody>
      </p:sp>
    </p:spTree>
    <p:extLst>
      <p:ext uri="{BB962C8B-B14F-4D97-AF65-F5344CB8AC3E}">
        <p14:creationId xmlns:p14="http://schemas.microsoft.com/office/powerpoint/2010/main" val="148828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292BB556-8316-D334-57E4-237CFB1CA91C}"/>
              </a:ext>
            </a:extLst>
          </p:cNvPr>
          <p:cNvGrpSpPr/>
          <p:nvPr/>
        </p:nvGrpSpPr>
        <p:grpSpPr>
          <a:xfrm>
            <a:off x="-438292" y="-2054643"/>
            <a:ext cx="12796055" cy="10961905"/>
            <a:chOff x="0" y="0"/>
            <a:chExt cx="12523809" cy="1096190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91DCEF1-4267-63B3-5CB4-F9354C2D5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523809" cy="1096190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C870EB85-AD7E-1969-A8FD-36B79FF67AB9}"/>
                    </a:ext>
                  </a:extLst>
                </p14:cNvPr>
                <p14:cNvContentPartPr/>
                <p14:nvPr/>
              </p14:nvContentPartPr>
              <p14:xfrm>
                <a:off x="331020" y="3056175"/>
                <a:ext cx="1956960" cy="254700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C870EB85-AD7E-1969-A8FD-36B79FF67AB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5785" y="2984175"/>
                  <a:ext cx="2027078" cy="269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9D300D9C-3585-7FCE-9120-552EBB86CC33}"/>
                    </a:ext>
                  </a:extLst>
                </p14:cNvPr>
                <p14:cNvContentPartPr/>
                <p14:nvPr/>
              </p14:nvContentPartPr>
              <p14:xfrm>
                <a:off x="378900" y="6209190"/>
                <a:ext cx="2031840" cy="83088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9D300D9C-3585-7FCE-9120-552EBB86CC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3668" y="6137190"/>
                  <a:ext cx="2101952" cy="9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6698D129-A78B-A875-E27C-A5DD81BABA47}"/>
                    </a:ext>
                  </a:extLst>
                </p14:cNvPr>
                <p14:cNvContentPartPr/>
                <p14:nvPr/>
              </p14:nvContentPartPr>
              <p14:xfrm>
                <a:off x="408420" y="8076870"/>
                <a:ext cx="2423520" cy="87840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6698D129-A78B-A875-E27C-A5DD81BABA4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3184" y="8004899"/>
                  <a:ext cx="2493639" cy="1021981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9B56F54-AFCC-CF13-4F0D-EF30B7E3ACA3}"/>
              </a:ext>
            </a:extLst>
          </p:cNvPr>
          <p:cNvSpPr txBox="1"/>
          <p:nvPr/>
        </p:nvSpPr>
        <p:spPr>
          <a:xfrm>
            <a:off x="2884045" y="873511"/>
            <a:ext cx="738664" cy="61727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/>
              <a:t>Django</a:t>
            </a:r>
            <a:r>
              <a:rPr lang="zh-TW" altLang="en-US" dirty="0"/>
              <a:t>結構上 </a:t>
            </a:r>
            <a:r>
              <a:rPr lang="en-US" altLang="zh-TW" dirty="0"/>
              <a:t>: Apps</a:t>
            </a:r>
            <a:r>
              <a:rPr lang="zh-TW" altLang="en-US" dirty="0"/>
              <a:t>在 文 件 夾 按 英 文 字 排序</a:t>
            </a:r>
            <a:r>
              <a:rPr lang="en-US" altLang="zh-TW" dirty="0"/>
              <a:t>,</a:t>
            </a:r>
            <a:r>
              <a:rPr lang="zh-TW" altLang="en-US" dirty="0"/>
              <a:t>要特定位置收納安排 </a:t>
            </a:r>
            <a:r>
              <a:rPr lang="en-US" altLang="zh-TW" dirty="0"/>
              <a:t>.</a:t>
            </a:r>
            <a:endParaRPr lang="zh-HK" altLang="en-US" dirty="0"/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182A70A5-4F4F-E3E4-DB12-B7714240F5A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16831" y="1001532"/>
            <a:ext cx="1344705" cy="17105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1F40A79A-DEA8-55D4-75E0-95C446E77C5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86019" y="2703452"/>
            <a:ext cx="875516" cy="3302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53FCE4C2-4503-2252-626F-F5F8754CF109}"/>
              </a:ext>
            </a:extLst>
          </p:cNvPr>
          <p:cNvCxnSpPr/>
          <p:nvPr/>
        </p:nvCxnSpPr>
        <p:spPr>
          <a:xfrm rot="10800000">
            <a:off x="1899426" y="4582758"/>
            <a:ext cx="962109" cy="9574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99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A5F5B7-DB78-36A0-70CF-6B2AFA85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64" y="0"/>
            <a:ext cx="10515600" cy="1325563"/>
          </a:xfrm>
        </p:spPr>
        <p:txBody>
          <a:bodyPr/>
          <a:lstStyle/>
          <a:p>
            <a:r>
              <a:rPr lang="en-US" altLang="zh-HK" dirty="0"/>
              <a:t>PM-</a:t>
            </a:r>
            <a:r>
              <a:rPr lang="zh-TW" altLang="en-US" dirty="0"/>
              <a:t>項目管理</a:t>
            </a:r>
            <a:r>
              <a:rPr lang="en-US" altLang="zh-TW" dirty="0"/>
              <a:t>: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D04A74-C7E5-F270-72D5-DB5D939CF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64" y="1055965"/>
            <a:ext cx="9520988" cy="1110080"/>
          </a:xfrm>
        </p:spPr>
        <p:txBody>
          <a:bodyPr/>
          <a:lstStyle/>
          <a:p>
            <a:r>
              <a:rPr lang="en-US" altLang="zh-HK" dirty="0"/>
              <a:t>GitHub ,Files Version management</a:t>
            </a:r>
          </a:p>
          <a:p>
            <a:r>
              <a:rPr lang="en-US" altLang="zh-HK" dirty="0"/>
              <a:t>GitHub</a:t>
            </a:r>
            <a:r>
              <a:rPr lang="en-US" altLang="zh-TW" dirty="0"/>
              <a:t>, Create Issues, </a:t>
            </a:r>
            <a:r>
              <a:rPr lang="en-US" altLang="zh-TW" sz="1600" dirty="0">
                <a:hlinkClick r:id="rId2"/>
              </a:rPr>
              <a:t>https://github.com/Mystical-Owl/Django-Group-Project/issues</a:t>
            </a:r>
            <a:endParaRPr lang="zh-HK" altLang="en-US" sz="1600" dirty="0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00012E37-BCDA-3B07-9B4E-882791AA3AFF}"/>
              </a:ext>
            </a:extLst>
          </p:cNvPr>
          <p:cNvGrpSpPr/>
          <p:nvPr/>
        </p:nvGrpSpPr>
        <p:grpSpPr>
          <a:xfrm>
            <a:off x="538245" y="2381528"/>
            <a:ext cx="10961027" cy="4476472"/>
            <a:chOff x="0" y="0"/>
            <a:chExt cx="26329775" cy="1321934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2E64992D-C8B9-5F58-84D2-1ED354F88E2F}"/>
                </a:ext>
              </a:extLst>
            </p:cNvPr>
            <p:cNvGrpSpPr/>
            <p:nvPr/>
          </p:nvGrpSpPr>
          <p:grpSpPr>
            <a:xfrm>
              <a:off x="0" y="0"/>
              <a:ext cx="26329775" cy="13219340"/>
              <a:chOff x="0" y="0"/>
              <a:chExt cx="26329775" cy="13219340"/>
            </a:xfrm>
          </p:grpSpPr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2FCDABE8-143F-D0A9-3E65-8AD1E7CF8E15}"/>
                  </a:ext>
                </a:extLst>
              </p:cNvPr>
              <p:cNvGrpSpPr/>
              <p:nvPr/>
            </p:nvGrpSpPr>
            <p:grpSpPr>
              <a:xfrm>
                <a:off x="0" y="0"/>
                <a:ext cx="26069638" cy="13219340"/>
                <a:chOff x="0" y="0"/>
                <a:chExt cx="26355388" cy="12334875"/>
              </a:xfrm>
            </p:grpSpPr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C864BEB4-37A4-989E-00B3-414370E415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26355388" cy="12334875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29B4F57B-25C3-42E8-AF8B-D2EB4EFBDF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18409" r="1579" b="2330"/>
                <a:stretch>
                  <a:fillRect/>
                </a:stretch>
              </p:blipFill>
              <p:spPr>
                <a:xfrm>
                  <a:off x="12080047" y="4676775"/>
                  <a:ext cx="13774475" cy="7229476"/>
                </a:xfrm>
                <a:prstGeom prst="rect">
                  <a:avLst/>
                </a:prstGeom>
              </p:spPr>
            </p:pic>
          </p:grpSp>
          <p:grpSp>
            <p:nvGrpSpPr>
              <p:cNvPr id="22" name="群組 21">
                <a:extLst>
                  <a:ext uri="{FF2B5EF4-FFF2-40B4-BE49-F238E27FC236}">
                    <a16:creationId xmlns:a16="http://schemas.microsoft.com/office/drawing/2014/main" id="{667E3664-BE15-A7D9-A5A0-B7D53488B0D6}"/>
                  </a:ext>
                </a:extLst>
              </p:cNvPr>
              <p:cNvGrpSpPr/>
              <p:nvPr/>
            </p:nvGrpSpPr>
            <p:grpSpPr>
              <a:xfrm>
                <a:off x="20054594" y="4378823"/>
                <a:ext cx="6275181" cy="4218377"/>
                <a:chOff x="20054594" y="4378823"/>
                <a:chExt cx="6275181" cy="4218377"/>
              </a:xfrm>
            </p:grpSpPr>
            <p:pic>
              <p:nvPicPr>
                <p:cNvPr id="23" name="Picture 2">
                  <a:extLst>
                    <a:ext uri="{FF2B5EF4-FFF2-40B4-BE49-F238E27FC236}">
                      <a16:creationId xmlns:a16="http://schemas.microsoft.com/office/drawing/2014/main" id="{D26E43DE-7DE2-439A-B78B-8D373DA0FA5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8282" r="31894"/>
                <a:stretch>
                  <a:fillRect/>
                </a:stretch>
              </p:blipFill>
              <p:spPr bwMode="auto">
                <a:xfrm>
                  <a:off x="20054594" y="4378823"/>
                  <a:ext cx="6092880" cy="421837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4" name="Picture 2">
                  <a:extLst>
                    <a:ext uri="{FF2B5EF4-FFF2-40B4-BE49-F238E27FC236}">
                      <a16:creationId xmlns:a16="http://schemas.microsoft.com/office/drawing/2014/main" id="{4386FC3F-7655-45D6-8EDD-8084B3486F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91891"/>
                <a:stretch>
                  <a:fillRect/>
                </a:stretch>
              </p:blipFill>
              <p:spPr bwMode="auto">
                <a:xfrm>
                  <a:off x="20237425" y="6330089"/>
                  <a:ext cx="6092350" cy="247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C019A60E-A438-465D-BA84-88E09C3F73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1891"/>
            <a:stretch>
              <a:fillRect/>
            </a:stretch>
          </p:blipFill>
          <p:spPr bwMode="auto">
            <a:xfrm>
              <a:off x="4161661" y="1894114"/>
              <a:ext cx="15312775" cy="639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45943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4E2C5C8-E026-67DE-37CC-F19033DE7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87" y="43914"/>
            <a:ext cx="9861531" cy="677017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CF646BB-D66B-9934-CDE9-FA7CDC210F32}"/>
              </a:ext>
            </a:extLst>
          </p:cNvPr>
          <p:cNvSpPr txBox="1"/>
          <p:nvPr/>
        </p:nvSpPr>
        <p:spPr>
          <a:xfrm>
            <a:off x="11446526" y="43914"/>
            <a:ext cx="569387" cy="31331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2500" dirty="0"/>
              <a:t>多謝</a:t>
            </a:r>
            <a:r>
              <a:rPr lang="en-US" altLang="zh-TW" sz="2500" dirty="0"/>
              <a:t>Linus Torvalds</a:t>
            </a:r>
            <a:endParaRPr lang="zh-HK" altLang="en-US" sz="2500" dirty="0"/>
          </a:p>
        </p:txBody>
      </p:sp>
    </p:spTree>
    <p:extLst>
      <p:ext uri="{BB962C8B-B14F-4D97-AF65-F5344CB8AC3E}">
        <p14:creationId xmlns:p14="http://schemas.microsoft.com/office/powerpoint/2010/main" val="2717931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114</Words>
  <Application>Microsoft Office PowerPoint</Application>
  <PresentationFormat>寬螢幕</PresentationFormat>
  <Paragraphs>11</Paragraphs>
  <Slides>6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封裝</vt:lpstr>
      <vt:lpstr>Debugging </vt:lpstr>
      <vt:lpstr>PowerPoint 簡報</vt:lpstr>
      <vt:lpstr>PowerPoint 簡報</vt:lpstr>
      <vt:lpstr>PowerPoint 簡報</vt:lpstr>
      <vt:lpstr>PM-項目管理: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Lo</cp:lastModifiedBy>
  <cp:revision>46</cp:revision>
  <dcterms:created xsi:type="dcterms:W3CDTF">2026-01-14T04:27:47Z</dcterms:created>
  <dcterms:modified xsi:type="dcterms:W3CDTF">2026-01-23T06:35:23Z</dcterms:modified>
</cp:coreProperties>
</file>